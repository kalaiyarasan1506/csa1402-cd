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lidemak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8577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Grouping Of Compiler Phases Front-end And Back-end Division.  Front-end Handles Analysis.  Back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E0B90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EAE2D6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8577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to Compiler Phases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compiler transforms source code into executable code through multiple phases.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phases are generally divided into front-end and back-end sections.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Understanding this division helps in designing and optimizing compiler architecture.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E0B90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EAE2D6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8577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Front-end Division Overview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front-end primarily handles source code analysis and initial processing.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includes tasks such as lexical analysis, syntax analysis, and semantic analysis.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goal is to understand and validate the source code structure before code generation.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E0B90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EAE2D6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8577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Back-end Division Overview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back-end focuses on optimization and translation of intermediate code into target machine code.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involves tasks like code optimization, register allocation, and code generation.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back-end adapts the intermediate representation to the specific hardware architecture.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E0B90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EAE2D6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8577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Front-end Phases in Detail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Lexical analysis converts source code into tokens for easier parsing.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Syntax analysis builds a parse tree based on grammatical rules of the language.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Semantic analysis checks for semantic errors and annotates the parse tree with meaning.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E0B90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EAE2D6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8577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Back-end Phases in Detail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Intermediate code generation creates a machine-independent representation of the program.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optimization improves efficiency without altering program behavior.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code generation translates the optimized intermediate code into machine-specific instructions.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E0B90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EAE2D6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8577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Importance of Front-end and Back-end Division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division allows for independent development and improvement of each part.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enables reusing the front-end for multiple back-ends targeting different architectures.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separation enhances modularity, making compilers easier to maintain and extend.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E0B90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EAE2D6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8577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 and Conclusion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compiler’s phases are grouped into front-end (analysis) and back-end (translation and optimization).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front-end ensures proper understanding and validation of source code.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back-end focuses on generating efficient machine code tailored to target hardware.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13. Grouping Of Compiler Phases Front-end And Back-end Division.  Front-end Handles Analysis.  Back</dc:title>
  <dc:subject>13. Grouping Of Compiler Phases Front-end And Back-end Division.  Front-end Handles Analysis.  Back</dc:subject>
  <dc:creator>SlideMake.com</dc:creator>
  <cp:lastModifiedBy>SlideMake.com</cp:lastModifiedBy>
  <cp:revision>1</cp:revision>
  <dcterms:created xsi:type="dcterms:W3CDTF">2026-07-28T07:52:25Z</dcterms:created>
  <dcterms:modified xsi:type="dcterms:W3CDTF">2026-07-28T07:52:25Z</dcterms:modified>
</cp:coreProperties>
</file>